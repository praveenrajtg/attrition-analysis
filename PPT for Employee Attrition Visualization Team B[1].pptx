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9055" y="609600"/>
            <a:ext cx="9541163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ATTRITION 2023 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Visualization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81453" y="3537527"/>
            <a:ext cx="4830619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Kaniskasri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S P</a:t>
            </a:r>
            <a:endParaRPr lang="en-US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Praveen Raj T G</a:t>
            </a:r>
            <a:endParaRPr lang="en-US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 B.Sc., CS ( Data Science &amp; Analytics)</a:t>
            </a:r>
            <a:endParaRPr lang="en-US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8653" y="692728"/>
            <a:ext cx="92548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Introduction to Employee Attrition Analysis Using Power BI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18328" y="2059709"/>
            <a:ext cx="8793017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Employee attrition is a critical challenge for organizations impacting productivity, workforce stability and operational costs.</a:t>
            </a:r>
            <a:endParaRPr lang="en-US" sz="2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Understanding why employee leave is essential for companies to develop effective retention strategies.</a:t>
            </a:r>
            <a:endParaRPr lang="en-US" sz="2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Our Projects leverages Power BI to analyze attrition trends using interactive dashboards and data analytics.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5745" y="581891"/>
            <a:ext cx="813723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Datasets Overview</a:t>
            </a:r>
            <a:endParaRPr 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2287905" y="1840865"/>
            <a:ext cx="787463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Our dataset, Employee Attrition Dataset, is used to analyze employee attrition trends and influencing factors.  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It is sourced from Kaggle, a popular dataset platform.  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This dataset helps in understanding why employees leave and identifying patterns.</a:t>
            </a:r>
            <a:endParaRPr lang="en-US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27530" y="7861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key features </a:t>
            </a:r>
            <a:endParaRPr lang="en-US" sz="3200" b="1"/>
          </a:p>
        </p:txBody>
      </p:sp>
      <p:sp>
        <p:nvSpPr>
          <p:cNvPr id="3" name="Text Box 2"/>
          <p:cNvSpPr txBox="1"/>
          <p:nvPr/>
        </p:nvSpPr>
        <p:spPr>
          <a:xfrm>
            <a:off x="2402840" y="1859915"/>
            <a:ext cx="90449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Employee Demographics: Age, Gender, Marital Status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Job releted Information: Department, job Role,Monthly  Income, Years at company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Attrition Status: Indicates if an employee has left the company and still working on the company.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(Yes/ No): Yes indicated 1, No indicated 0</a:t>
            </a:r>
            <a:endParaRPr 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726565" y="795655"/>
            <a:ext cx="6311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Why this dataset ?</a:t>
            </a:r>
            <a:endParaRPr lang="en-US" sz="3200" b="1"/>
          </a:p>
        </p:txBody>
      </p:sp>
      <p:sp>
        <p:nvSpPr>
          <p:cNvPr id="3" name="Text Box 2"/>
          <p:cNvSpPr txBox="1"/>
          <p:nvPr/>
        </p:nvSpPr>
        <p:spPr>
          <a:xfrm>
            <a:off x="2369185" y="1927225"/>
            <a:ext cx="850773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Kaggle dataset is widely used in HR  analytics and research.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Well-Structured data for easy preproccessing and visualizing in Power BI.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Enables predictive modeling and actionable insights.</a:t>
            </a:r>
            <a:endParaRPr lang="en-US" sz="2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515110" y="508000"/>
            <a:ext cx="7174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Data Transformation</a:t>
            </a:r>
            <a:endParaRPr lang="en-US" sz="3200" b="1"/>
          </a:p>
        </p:txBody>
      </p:sp>
      <p:sp>
        <p:nvSpPr>
          <p:cNvPr id="3" name="Text Box 2"/>
          <p:cNvSpPr txBox="1"/>
          <p:nvPr/>
        </p:nvSpPr>
        <p:spPr>
          <a:xfrm>
            <a:off x="2177415" y="1091565"/>
            <a:ext cx="906399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/>
              <a:t>Removed Irrelevant features: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Excluded non-essential fields such as </a:t>
            </a:r>
            <a:r>
              <a:rPr lang="en-US" altLang="en-US" sz="2400"/>
              <a:t> Employee ID, Overtime, Training Hours, Performance Rating, Distance from Home to focus on key attrition factors.</a:t>
            </a:r>
            <a:endParaRPr lang="en-US" altLang="en-US" sz="2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400"/>
              <a:t>Data Cleaning: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Checked for missing values and handled them appropriately.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Ensured data consistency by standardizing formats and removing duplicate records.Ensured data consistency by standardizing formats and removing duplicate records.</a:t>
            </a:r>
            <a:endParaRPr lang="en-US" altLang="en-US" sz="2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080895" y="910590"/>
            <a:ext cx="950595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2400"/>
              <a:t>Column Transformation: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Attrition Column: Converted Yes → 1, No → 0 for easier analysis.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Reformatted categorical variables for better Power BI visualization.</a:t>
            </a:r>
            <a:endParaRPr lang="en-US" altLang="en-US" sz="2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400"/>
              <a:t> Data Preparation for Power BI: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Optimized data structure for efficient dashboard performance.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Created new calculated columns using DAX functions for deeper insights.</a:t>
            </a: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457325" y="555625"/>
            <a:ext cx="8699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 DAX Function: (Data Analysis Expresssion)</a:t>
            </a:r>
            <a:endParaRPr lang="en-US" sz="3200" b="1"/>
          </a:p>
        </p:txBody>
      </p:sp>
      <p:sp>
        <p:nvSpPr>
          <p:cNvPr id="3" name="Text Box 2"/>
          <p:cNvSpPr txBox="1"/>
          <p:nvPr/>
        </p:nvSpPr>
        <p:spPr>
          <a:xfrm>
            <a:off x="1966595" y="1226820"/>
            <a:ext cx="1083754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DAX (Data Analysis Expressions) is a formula language used in Power BI for creating calculated columns, measures, and tables to enhance data analysis.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It helps in performing custom aggregations, filtering data, and deriving insights from raw datasets.</a:t>
            </a:r>
            <a:endParaRPr lang="en-US" altLang="en-US" sz="2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400"/>
              <a:t>Formula for using the DAX:</a:t>
            </a:r>
            <a:endParaRPr lang="en-US" altLang="en-US" sz="24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400" b="1"/>
              <a:t>Employee Count by Department = COUNT('employee_attrition_dataset'[Department])</a:t>
            </a:r>
            <a:endParaRPr lang="en-US" altLang="en-US" sz="2400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2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89760" y="555625"/>
            <a:ext cx="877633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200" b="1"/>
              <a:t>Explanation about the formula:</a:t>
            </a:r>
            <a:endParaRPr lang="en-US" sz="3200" b="1"/>
          </a:p>
          <a:p>
            <a:pPr>
              <a:lnSpc>
                <a:spcPct val="150000"/>
              </a:lnSpc>
            </a:pPr>
            <a:endParaRPr 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This function counts the number of employees in each department.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Helps visualize workforce distribution across different departments.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 Useful for HR decision-making regarding staffing and attrition.</a:t>
            </a: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51025" y="641985"/>
            <a:ext cx="6848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Employee Attrition 2023 Visualization:</a:t>
            </a:r>
            <a:endParaRPr lang="en-US" sz="32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665" y="1468120"/>
            <a:ext cx="8796655" cy="49028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79600" y="661035"/>
            <a:ext cx="63690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Conclusion:</a:t>
            </a:r>
            <a:endParaRPr lang="en-US" sz="3200" b="1"/>
          </a:p>
        </p:txBody>
      </p:sp>
      <p:sp>
        <p:nvSpPr>
          <p:cNvPr id="3" name="Text Box 2"/>
          <p:cNvSpPr txBox="1"/>
          <p:nvPr/>
        </p:nvSpPr>
        <p:spPr>
          <a:xfrm>
            <a:off x="1879600" y="1754505"/>
            <a:ext cx="1005205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Employee attrition analysis helps organizations identify key factors affecting retention.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Power BI enables effective visualization of trends, making data-driven HR decisions easier.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Insights from this project can help reduce attrition, improve job satisfaction, and enhance employee retention strategies.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Future Scope: AI-based predictive models and real-time HR analytics can further improve workforce management.</a:t>
            </a: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995170" y="1150620"/>
            <a:ext cx="7260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785" y="791210"/>
            <a:ext cx="6647815" cy="438404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3096</Words>
  <Application>WPS Presentation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Corbel</vt:lpstr>
      <vt:lpstr>Calibri</vt:lpstr>
      <vt:lpstr>华文楷体</vt:lpstr>
      <vt:lpstr>Parallax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kanis</cp:lastModifiedBy>
  <cp:revision>15</cp:revision>
  <dcterms:created xsi:type="dcterms:W3CDTF">2025-03-05T05:39:00Z</dcterms:created>
  <dcterms:modified xsi:type="dcterms:W3CDTF">2025-03-05T06:50:47Z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7241980547664FCFB783500C9439B366_12</vt:lpwstr>
  </property>
  <property fmtid="{D5CDD505-2E9C-101B-9397-08002B2CF9AE}" pid="3" name="KSOProductBuildVer">
    <vt:lpwstr>1033-12.2.0.19805</vt:lpwstr>
  </property>
</Properties>
</file>